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A83FE-60C7-48CC-9329-24276027F787}" v="4" dt="2025-10-27T19:31:14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onna P Eli" userId="2c4afd46-0d0e-41b8-b266-263d655a41f2" providerId="ADAL" clId="{CD66CB61-0D1C-4B81-9D48-D97DF7B1F937}"/>
    <pc:docChg chg="custSel addSld modSld">
      <pc:chgData name="Ogonna P Eli" userId="2c4afd46-0d0e-41b8-b266-263d655a41f2" providerId="ADAL" clId="{CD66CB61-0D1C-4B81-9D48-D97DF7B1F937}" dt="2025-10-27T19:31:28.532" v="15" actId="554"/>
      <pc:docMkLst>
        <pc:docMk/>
      </pc:docMkLst>
      <pc:sldChg chg="addSp delSp modSp new mod">
        <pc:chgData name="Ogonna P Eli" userId="2c4afd46-0d0e-41b8-b266-263d655a41f2" providerId="ADAL" clId="{CD66CB61-0D1C-4B81-9D48-D97DF7B1F937}" dt="2025-10-27T19:31:28.532" v="15" actId="554"/>
        <pc:sldMkLst>
          <pc:docMk/>
          <pc:sldMk cId="3231557664" sldId="256"/>
        </pc:sldMkLst>
        <pc:spChg chg="del">
          <ac:chgData name="Ogonna P Eli" userId="2c4afd46-0d0e-41b8-b266-263d655a41f2" providerId="ADAL" clId="{CD66CB61-0D1C-4B81-9D48-D97DF7B1F937}" dt="2025-10-27T19:29:29.150" v="1" actId="478"/>
          <ac:spMkLst>
            <pc:docMk/>
            <pc:sldMk cId="3231557664" sldId="256"/>
            <ac:spMk id="2" creationId="{E5FA20B5-669A-D16C-AD18-F05DBB6F1723}"/>
          </ac:spMkLst>
        </pc:spChg>
        <pc:spChg chg="del">
          <ac:chgData name="Ogonna P Eli" userId="2c4afd46-0d0e-41b8-b266-263d655a41f2" providerId="ADAL" clId="{CD66CB61-0D1C-4B81-9D48-D97DF7B1F937}" dt="2025-10-27T19:29:30.675" v="2" actId="478"/>
          <ac:spMkLst>
            <pc:docMk/>
            <pc:sldMk cId="3231557664" sldId="256"/>
            <ac:spMk id="3" creationId="{D324959C-BCCF-98DF-DFCF-D26C6E9FD758}"/>
          </ac:spMkLst>
        </pc:spChg>
        <pc:spChg chg="add mod">
          <ac:chgData name="Ogonna P Eli" userId="2c4afd46-0d0e-41b8-b266-263d655a41f2" providerId="ADAL" clId="{CD66CB61-0D1C-4B81-9D48-D97DF7B1F937}" dt="2025-10-27T19:31:28.532" v="15" actId="554"/>
          <ac:spMkLst>
            <pc:docMk/>
            <pc:sldMk cId="3231557664" sldId="256"/>
            <ac:spMk id="6" creationId="{B5C00C11-87BC-3598-3161-AAEBCB6F4E5C}"/>
          </ac:spMkLst>
        </pc:spChg>
        <pc:spChg chg="add mod">
          <ac:chgData name="Ogonna P Eli" userId="2c4afd46-0d0e-41b8-b266-263d655a41f2" providerId="ADAL" clId="{CD66CB61-0D1C-4B81-9D48-D97DF7B1F937}" dt="2025-10-27T19:31:28.532" v="15" actId="554"/>
          <ac:spMkLst>
            <pc:docMk/>
            <pc:sldMk cId="3231557664" sldId="256"/>
            <ac:spMk id="7" creationId="{5C467A31-24BA-980F-1E28-6B72590F5E9E}"/>
          </ac:spMkLst>
        </pc:spChg>
        <pc:picChg chg="add mod">
          <ac:chgData name="Ogonna P Eli" userId="2c4afd46-0d0e-41b8-b266-263d655a41f2" providerId="ADAL" clId="{CD66CB61-0D1C-4B81-9D48-D97DF7B1F937}" dt="2025-10-27T19:30:36.703" v="5" actId="1076"/>
          <ac:picMkLst>
            <pc:docMk/>
            <pc:sldMk cId="3231557664" sldId="256"/>
            <ac:picMk id="4" creationId="{03C8ABA8-4790-BF9F-024B-19E49F74A4A6}"/>
          </ac:picMkLst>
        </pc:picChg>
        <pc:picChg chg="add mod">
          <ac:chgData name="Ogonna P Eli" userId="2c4afd46-0d0e-41b8-b266-263d655a41f2" providerId="ADAL" clId="{CD66CB61-0D1C-4B81-9D48-D97DF7B1F937}" dt="2025-10-27T19:31:01.840" v="8" actId="1076"/>
          <ac:picMkLst>
            <pc:docMk/>
            <pc:sldMk cId="3231557664" sldId="256"/>
            <ac:picMk id="5" creationId="{6CFBC44B-7C69-B9A5-6352-546E7390F8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9B13-2FD4-EA79-C1DF-1A1EF2776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25B13-AA0E-620F-8E72-11752CAA3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F1B47-F1DE-E941-DC33-29DD597D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8E99A-E7B1-FAEE-FEAF-C3AEFC9A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ABA61-C332-A13E-97FD-84A3FDB5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4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3F2B-EC6D-0379-FC6B-E427F431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FA024-9D5B-5AA4-8BB2-621597171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4989-4B20-5043-2355-4D8DB5C8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84CF5-1976-AD76-6C7B-51BE8631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822B-FC6E-3933-A481-044EA925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6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54155-DC3A-9690-C63F-41AA4465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C2812-D733-1133-B137-28930CADD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96408-9588-BEDA-A661-6C18530A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57CAC-9F1A-DEED-8973-7E6FF1AB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A208-52BF-70B3-4515-07BCABB4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9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7CFA-619C-79BB-BA45-078D82E9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56B1-C19A-9BD0-8965-EEE43E999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BD595-8D5D-AF03-E063-37DA1A94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BFBD3-3F85-9033-BEBD-CB793F265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7BF44-B67E-D387-738B-A345CA60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A503-C4D5-783A-097F-ECD7937A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3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E768-C42F-5E7F-0EEB-41E168444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A2E01-A3C4-B76A-2E89-1AE558C40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79FDE-E0CE-F44F-FBD5-6FF1CADD2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38218-3545-4344-8D26-03641E667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03C77-8FD5-E258-B7B3-418C4E884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E6663-C136-F4EB-13F2-858FF7E7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B3525-7131-1502-8664-F7CC28D8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AF48F-EEF4-CA67-3F57-BD2E1F84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0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1DE9-AEAC-0506-3A92-70DBC78B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A0E1C-E7F1-1557-2B82-8725C309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BEE3A-9FEA-9030-A0C6-623DBA72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C2A1F-F4B0-D1F5-19CD-99F0B42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8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69399-9EC7-933D-5B46-D0430F04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AE0642-E9A1-5F5D-059A-4158447E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D57E5-1DA4-B584-DB2A-FA5D0C8D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9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75D0-B123-1E03-49C7-4A1DCE22C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714F-2D0F-A827-5D1B-2D95235A7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17890-53F7-EC6C-73C4-FA2486AC1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BBD6E-86DA-7342-6484-8F149931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1EA34-D302-2176-5BA6-B176C3C1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B6679-7596-DF4B-E7C4-51E88D93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94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6621-FD47-460D-784C-5D72B6DF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77154-09FC-6395-F283-FA6E54F86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27265-C786-4C6F-8AB7-FAF53C7F4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17F90-BF04-11B2-310C-019D25CD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F55BF-675E-B0ED-111B-807A7DF5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E60F5-0C69-79C9-4880-36FE89C1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3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F8F7-B3AC-1BA6-8997-48220073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5880C-0C4C-C86F-63A1-6E24A9E92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41F59-692B-BC17-786C-457C9BA6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B96FB-FEAD-BEAB-E60E-0A6CAAADE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414C3-E1CE-E2EC-F3CF-61AFB9D9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7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5AC11-7F2E-F595-C14D-6F41FAD85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E035B-3148-F55C-E88A-6D362C286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216A2-7551-CC76-00C7-78FA6FD9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65CC-AF0D-2407-175E-145F4246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F4BB0-BA97-8F4F-BA77-7E454584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0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E622DB-BB67-6B4F-DCFB-93CB8808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F20CC-7B08-62D5-013C-F2A1FB0F7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10C0-22F9-7BEC-0AE5-52A4D1B82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12229-0C71-476D-AEA9-508B2396D9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F8826-4803-A67B-3D28-A81572D4F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05FAB-FF84-507D-3887-67E7CEFD5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82F8-6077-4C24-B05B-663BE7E0D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0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C8ABA8-4790-BF9F-024B-19E49F74A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388620"/>
            <a:ext cx="5674043" cy="3040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FBC44B-7C69-B9A5-6352-546E7390F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421" y="388620"/>
            <a:ext cx="5674043" cy="3040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00C11-87BC-3598-3161-AAEBCB6F4E5C}"/>
              </a:ext>
            </a:extLst>
          </p:cNvPr>
          <p:cNvSpPr txBox="1"/>
          <p:nvPr/>
        </p:nvSpPr>
        <p:spPr>
          <a:xfrm>
            <a:off x="198581" y="20464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67A31-24BA-980F-1E28-6B72590F5E9E}"/>
              </a:ext>
            </a:extLst>
          </p:cNvPr>
          <p:cNvSpPr txBox="1"/>
          <p:nvPr/>
        </p:nvSpPr>
        <p:spPr>
          <a:xfrm>
            <a:off x="6338958" y="204647"/>
            <a:ext cx="312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3155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Northern Arizona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Ogonna P Eli</dc:creator>
  <cp:lastModifiedBy>Ogonna P Eli</cp:lastModifiedBy>
  <cp:revision>1</cp:revision>
  <dcterms:created xsi:type="dcterms:W3CDTF">2025-10-27T19:28:22Z</dcterms:created>
  <dcterms:modified xsi:type="dcterms:W3CDTF">2025-10-27T19:31:30Z</dcterms:modified>
</cp:coreProperties>
</file>
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0E3EC-4521-4CAF-86D2-6340105C95D0}" v="19" dt="2025-10-08T21:10:57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onna P Eli" userId="2c4afd46-0d0e-41b8-b266-263d655a41f2" providerId="ADAL" clId="{0B80069B-D434-459E-9F26-E1B0D3E20279}"/>
    <pc:docChg chg="custSel addSld modSld">
      <pc:chgData name="Ogonna P Eli" userId="2c4afd46-0d0e-41b8-b266-263d655a41f2" providerId="ADAL" clId="{0B80069B-D434-459E-9F26-E1B0D3E20279}" dt="2025-10-01T21:33:10.342" v="7" actId="962"/>
      <pc:docMkLst>
        <pc:docMk/>
      </pc:docMkLst>
      <pc:sldChg chg="addSp delSp modSp new mod">
        <pc:chgData name="Ogonna P Eli" userId="2c4afd46-0d0e-41b8-b266-263d655a41f2" providerId="ADAL" clId="{0B80069B-D434-459E-9F26-E1B0D3E20279}" dt="2025-10-01T21:33:10.342" v="7" actId="962"/>
        <pc:sldMkLst>
          <pc:docMk/>
          <pc:sldMk cId="1744930443" sldId="256"/>
        </pc:sldMkLst>
      </pc:sldChg>
    </pc:docChg>
  </pc:docChgLst>
  <pc:docChgLst>
    <pc:chgData name="Ogonna P Eli" userId="2c4afd46-0d0e-41b8-b266-263d655a41f2" providerId="ADAL" clId="{F8F0E3EC-4521-4CAF-86D2-6340105C95D0}"/>
    <pc:docChg chg="custSel modSld">
      <pc:chgData name="Ogonna P Eli" userId="2c4afd46-0d0e-41b8-b266-263d655a41f2" providerId="ADAL" clId="{F8F0E3EC-4521-4CAF-86D2-6340105C95D0}" dt="2025-10-08T21:11:31.944" v="47" actId="1076"/>
      <pc:docMkLst>
        <pc:docMk/>
      </pc:docMkLst>
      <pc:sldChg chg="addSp delSp modSp mod">
        <pc:chgData name="Ogonna P Eli" userId="2c4afd46-0d0e-41b8-b266-263d655a41f2" providerId="ADAL" clId="{F8F0E3EC-4521-4CAF-86D2-6340105C95D0}" dt="2025-10-08T21:11:31.944" v="47" actId="1076"/>
        <pc:sldMkLst>
          <pc:docMk/>
          <pc:sldMk cId="1744930443" sldId="256"/>
        </pc:sldMkLst>
        <pc:spChg chg="add">
          <ac:chgData name="Ogonna P Eli" userId="2c4afd46-0d0e-41b8-b266-263d655a41f2" providerId="ADAL" clId="{F8F0E3EC-4521-4CAF-86D2-6340105C95D0}" dt="2025-10-08T21:00:17.300" v="1"/>
          <ac:spMkLst>
            <pc:docMk/>
            <pc:sldMk cId="1744930443" sldId="256"/>
            <ac:spMk id="2" creationId="{74066C1C-2A63-2308-86CD-412FDC70C0A4}"/>
          </ac:spMkLst>
        </pc:spChg>
        <pc:spChg chg="add">
          <ac:chgData name="Ogonna P Eli" userId="2c4afd46-0d0e-41b8-b266-263d655a41f2" providerId="ADAL" clId="{F8F0E3EC-4521-4CAF-86D2-6340105C95D0}" dt="2025-10-08T21:08:25.072" v="19"/>
          <ac:spMkLst>
            <pc:docMk/>
            <pc:sldMk cId="1744930443" sldId="256"/>
            <ac:spMk id="6" creationId="{68196317-0020-A1F4-3659-D3430388E399}"/>
          </ac:spMkLst>
        </pc:spChg>
        <pc:spChg chg="add">
          <ac:chgData name="Ogonna P Eli" userId="2c4afd46-0d0e-41b8-b266-263d655a41f2" providerId="ADAL" clId="{F8F0E3EC-4521-4CAF-86D2-6340105C95D0}" dt="2025-10-08T21:09:15.099" v="27"/>
          <ac:spMkLst>
            <pc:docMk/>
            <pc:sldMk cId="1744930443" sldId="256"/>
            <ac:spMk id="9" creationId="{C35AD154-BA28-0E0B-A521-8DAAD8B5ADBE}"/>
          </ac:spMkLst>
        </pc:spChg>
        <pc:spChg chg="add mod">
          <ac:chgData name="Ogonna P Eli" userId="2c4afd46-0d0e-41b8-b266-263d655a41f2" providerId="ADAL" clId="{F8F0E3EC-4521-4CAF-86D2-6340105C95D0}" dt="2025-10-08T21:11:27.038" v="46" actId="1076"/>
          <ac:spMkLst>
            <pc:docMk/>
            <pc:sldMk cId="1744930443" sldId="256"/>
            <ac:spMk id="12" creationId="{3CDAE53B-F979-B376-5E50-E17C161F5575}"/>
          </ac:spMkLst>
        </pc:spChg>
        <pc:spChg chg="add mod">
          <ac:chgData name="Ogonna P Eli" userId="2c4afd46-0d0e-41b8-b266-263d655a41f2" providerId="ADAL" clId="{F8F0E3EC-4521-4CAF-86D2-6340105C95D0}" dt="2025-10-08T21:11:31.944" v="47" actId="1076"/>
          <ac:spMkLst>
            <pc:docMk/>
            <pc:sldMk cId="1744930443" sldId="256"/>
            <ac:spMk id="13" creationId="{5B7E8CA6-69DA-3901-A473-D4A3E843AB63}"/>
          </ac:spMkLst>
        </pc:spChg>
        <pc:spChg chg="add mod">
          <ac:chgData name="Ogonna P Eli" userId="2c4afd46-0d0e-41b8-b266-263d655a41f2" providerId="ADAL" clId="{F8F0E3EC-4521-4CAF-86D2-6340105C95D0}" dt="2025-10-08T21:11:20.911" v="45" actId="1076"/>
          <ac:spMkLst>
            <pc:docMk/>
            <pc:sldMk cId="1744930443" sldId="256"/>
            <ac:spMk id="14" creationId="{7AF08F4D-D460-E727-C39E-68F4EAA4CBE7}"/>
          </ac:spMkLst>
        </pc:spChg>
        <pc:picChg chg="add del mod">
          <ac:chgData name="Ogonna P Eli" userId="2c4afd46-0d0e-41b8-b266-263d655a41f2" providerId="ADAL" clId="{F8F0E3EC-4521-4CAF-86D2-6340105C95D0}" dt="2025-10-08T21:08:23.975" v="18" actId="478"/>
          <ac:picMkLst>
            <pc:docMk/>
            <pc:sldMk cId="1744930443" sldId="256"/>
            <ac:picMk id="3" creationId="{75792F37-D725-A2B0-AD39-B266FA831149}"/>
          </ac:picMkLst>
        </pc:picChg>
        <pc:picChg chg="add del mod">
          <ac:chgData name="Ogonna P Eli" userId="2c4afd46-0d0e-41b8-b266-263d655a41f2" providerId="ADAL" clId="{F8F0E3EC-4521-4CAF-86D2-6340105C95D0}" dt="2025-10-08T21:09:14.114" v="26" actId="478"/>
          <ac:picMkLst>
            <pc:docMk/>
            <pc:sldMk cId="1744930443" sldId="256"/>
            <ac:picMk id="4" creationId="{90994445-4B4C-19E6-00B8-B949694D021D}"/>
          </ac:picMkLst>
        </pc:picChg>
        <pc:picChg chg="add del mod">
          <ac:chgData name="Ogonna P Eli" userId="2c4afd46-0d0e-41b8-b266-263d655a41f2" providerId="ADAL" clId="{F8F0E3EC-4521-4CAF-86D2-6340105C95D0}" dt="2025-10-08T21:10:00.116" v="31" actId="478"/>
          <ac:picMkLst>
            <pc:docMk/>
            <pc:sldMk cId="1744930443" sldId="256"/>
            <ac:picMk id="5" creationId="{5A0AA8F5-71F9-09CE-AC3B-DFEADD9C1624}"/>
          </ac:picMkLst>
        </pc:picChg>
        <pc:picChg chg="del">
          <ac:chgData name="Ogonna P Eli" userId="2c4afd46-0d0e-41b8-b266-263d655a41f2" providerId="ADAL" clId="{F8F0E3EC-4521-4CAF-86D2-6340105C95D0}" dt="2025-10-08T21:00:13.370" v="0" actId="478"/>
          <ac:picMkLst>
            <pc:docMk/>
            <pc:sldMk cId="1744930443" sldId="256"/>
            <ac:picMk id="7" creationId="{E57F3D42-5265-5C36-3E71-C37111356599}"/>
          </ac:picMkLst>
        </pc:picChg>
        <pc:picChg chg="add mod">
          <ac:chgData name="Ogonna P Eli" userId="2c4afd46-0d0e-41b8-b266-263d655a41f2" providerId="ADAL" clId="{F8F0E3EC-4521-4CAF-86D2-6340105C95D0}" dt="2025-10-08T21:08:58.171" v="25" actId="1076"/>
          <ac:picMkLst>
            <pc:docMk/>
            <pc:sldMk cId="1744930443" sldId="256"/>
            <ac:picMk id="8" creationId="{FCFEB80C-7E5C-AE32-AFAC-6CCDD5825F87}"/>
          </ac:picMkLst>
        </pc:picChg>
        <pc:picChg chg="add mod">
          <ac:chgData name="Ogonna P Eli" userId="2c4afd46-0d0e-41b8-b266-263d655a41f2" providerId="ADAL" clId="{F8F0E3EC-4521-4CAF-86D2-6340105C95D0}" dt="2025-10-08T21:09:31.506" v="30" actId="1076"/>
          <ac:picMkLst>
            <pc:docMk/>
            <pc:sldMk cId="1744930443" sldId="256"/>
            <ac:picMk id="10" creationId="{05ABA04A-FC98-2E42-6A48-0B77217AD477}"/>
          </ac:picMkLst>
        </pc:picChg>
        <pc:picChg chg="add mod">
          <ac:chgData name="Ogonna P Eli" userId="2c4afd46-0d0e-41b8-b266-263d655a41f2" providerId="ADAL" clId="{F8F0E3EC-4521-4CAF-86D2-6340105C95D0}" dt="2025-10-08T21:10:16.344" v="35" actId="1076"/>
          <ac:picMkLst>
            <pc:docMk/>
            <pc:sldMk cId="1744930443" sldId="256"/>
            <ac:picMk id="11" creationId="{6DC15449-8E2D-EDC6-F265-75AAF777A5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341C-EABF-3900-0D58-0F585A6F0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A3C3B-6E9B-E982-9079-620A1CDDE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B83A8-2ED0-4203-8A98-4CC6B900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96091-188D-19B1-6D45-9F983CF0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48689-0C79-664C-DA05-F2A56CD2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4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3089-4F7C-F053-4697-6E805DBB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60194-7966-2D29-466F-A22AA918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928A3-E715-70D8-A8F3-B5F93FB4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0AE7-AE42-1224-5EF8-8168DF9C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F221-0DC6-67AD-C470-FB431F83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0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1586-CFFC-6794-650B-8D6758D7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9B71C-31B1-0028-4F0A-4C6274593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4DBE6-A793-293B-E4D7-66851768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7A76D-0AF9-D190-552B-0FB7E09C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999CF-75FE-4D37-B86C-26044DF5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5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9B22-AEB2-DE0A-4FB9-79D4B566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132AD-6326-2FC3-AFA8-90B172AB0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969ED-B4A2-D206-EA81-4E669CE0E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34E56-DCBD-13F2-5B46-3CEC2A34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B0B22-FA64-6889-DDE1-F33BA51E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0E304-A0D3-AE2A-988F-DAA37542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7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165F-F99B-9A4C-07E5-B312ADF1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EB39-CEA5-242F-8E06-43722DEF4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3B7D6-8AFC-39BC-69CF-8C6D4B162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B92D4-C3AD-D8F5-214F-025081EE5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9640B-A135-EAF3-FE4C-B8228495D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BA9DA-838D-8FA3-D045-03A31CFC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27666-AB70-E73A-8B06-3F5ABED5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F5A34-0307-1370-297F-B9693F8C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8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C66D-584A-2E3D-86B0-FE0E82A7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30300-020D-C333-4868-8C75F7CD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4F7DC-4B61-3474-2F5C-86B85AF20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08BBD-0D06-E542-AE62-5ECAE83E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08743-A372-0594-D904-8D76E729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6D5A4-4BB4-B1F6-0E72-933B9D73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16AAD-74D0-DA55-AF0E-00E20E38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0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712A-1CCA-2A80-8816-1A7B289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AB7D-E401-B22F-B9D7-1C6F6097E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5DDE1-9EB5-E96A-B402-7BFFBA925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20A51-B777-A7FF-8C10-1A437E23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3AD63-2BF4-E6DA-DA62-AED4537C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DCEF9-D33F-2FDB-22D1-DF903426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8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2727-CFCC-B68B-CA2A-9FA1680D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E8411-6AC6-10C3-0191-50C2237ED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FEAA5-C52A-54CF-5E9C-AF01F6DC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2DBF9-A6A1-E5A6-624B-3E763D3F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392C1-8FD8-2873-625F-0430D42C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96D6F-D7F9-8EB2-0DFF-68609AD2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5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C50C-06D8-0AE0-7ABA-807141CD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FA3FC-B45B-BAC9-541E-DFEAFD4B8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16C5-AD7A-A09A-5085-6539E381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5A1A-D14E-4BE3-BA22-A3960508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89F1-03FE-9C5A-1FBE-1BA433B8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32087-AAD4-5BE7-8D26-3750F356E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A3448-99B2-BE9F-266E-95A9FEEBB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91EA2-3C1F-345B-BED0-87F83D80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D5293-710A-AA7C-A837-09F598B4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41B31-FA1C-BA07-6DF6-1A2B3A8E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5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95171-914C-C47D-CEAC-2055935D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9901F-EACB-571C-5337-727A3E258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3053E-FF6A-A44C-178A-032BF3409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4B4ED-0FBA-429A-8289-6D9EA1E686C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0123B-BDB9-626A-E907-083C90BD3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DDB27-1C93-375D-4F79-78EE31D74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C5F2A-8FAF-4B49-9F3C-31D109C8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8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FEB80C-7E5C-AE32-AFAC-6CCDD5825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9" y="1"/>
            <a:ext cx="554736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ABA04A-FC98-2E42-6A48-0B77217A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"/>
            <a:ext cx="5547360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C15449-8E2D-EDC6-F265-75AAF777A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3428999"/>
            <a:ext cx="5547360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DAE53B-F979-B376-5E50-E17C161F5575}"/>
              </a:ext>
            </a:extLst>
          </p:cNvPr>
          <p:cNvSpPr txBox="1"/>
          <p:nvPr/>
        </p:nvSpPr>
        <p:spPr>
          <a:xfrm>
            <a:off x="85115" y="0"/>
            <a:ext cx="26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E8CA6-69DA-3901-A473-D4A3E843AB63}"/>
              </a:ext>
            </a:extLst>
          </p:cNvPr>
          <p:cNvSpPr txBox="1"/>
          <p:nvPr/>
        </p:nvSpPr>
        <p:spPr>
          <a:xfrm>
            <a:off x="6058552" y="0"/>
            <a:ext cx="36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08F4D-D460-E727-C39E-68F4EAA4CBE7}"/>
              </a:ext>
            </a:extLst>
          </p:cNvPr>
          <p:cNvSpPr txBox="1"/>
          <p:nvPr/>
        </p:nvSpPr>
        <p:spPr>
          <a:xfrm>
            <a:off x="2728933" y="3428999"/>
            <a:ext cx="59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4493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Northern Arizona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Ogonna P Eli</dc:creator>
  <cp:lastModifiedBy>Ogonna P Eli</cp:lastModifiedBy>
  <cp:revision>1</cp:revision>
  <dcterms:created xsi:type="dcterms:W3CDTF">2025-10-01T21:31:35Z</dcterms:created>
  <dcterms:modified xsi:type="dcterms:W3CDTF">2025-10-08T21:11:40Z</dcterms:modified>
</cp:coreProperties>
</file>
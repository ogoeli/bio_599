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697E59-7C4C-411A-917B-4070F3504609}" v="3" dt="2025-09-25T23:03:33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3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gonna P Eli" userId="2c4afd46-0d0e-41b8-b266-263d655a41f2" providerId="ADAL" clId="{97697E59-7C4C-411A-917B-4070F3504609}"/>
    <pc:docChg chg="custSel addSld modSld">
      <pc:chgData name="Ogonna P Eli" userId="2c4afd46-0d0e-41b8-b266-263d655a41f2" providerId="ADAL" clId="{97697E59-7C4C-411A-917B-4070F3504609}" dt="2025-09-25T23:03:45.457" v="12" actId="1076"/>
      <pc:docMkLst>
        <pc:docMk/>
      </pc:docMkLst>
      <pc:sldChg chg="addSp delSp modSp new mod">
        <pc:chgData name="Ogonna P Eli" userId="2c4afd46-0d0e-41b8-b266-263d655a41f2" providerId="ADAL" clId="{97697E59-7C4C-411A-917B-4070F3504609}" dt="2025-09-25T23:03:45.457" v="12" actId="1076"/>
        <pc:sldMkLst>
          <pc:docMk/>
          <pc:sldMk cId="2249757808" sldId="256"/>
        </pc:sldMkLst>
        <pc:spChg chg="del">
          <ac:chgData name="Ogonna P Eli" userId="2c4afd46-0d0e-41b8-b266-263d655a41f2" providerId="ADAL" clId="{97697E59-7C4C-411A-917B-4070F3504609}" dt="2025-09-25T23:02:25.940" v="1" actId="478"/>
          <ac:spMkLst>
            <pc:docMk/>
            <pc:sldMk cId="2249757808" sldId="256"/>
            <ac:spMk id="2" creationId="{49442FA8-2C74-6A3B-24C9-F8811A65A50D}"/>
          </ac:spMkLst>
        </pc:spChg>
        <pc:spChg chg="del">
          <ac:chgData name="Ogonna P Eli" userId="2c4afd46-0d0e-41b8-b266-263d655a41f2" providerId="ADAL" clId="{97697E59-7C4C-411A-917B-4070F3504609}" dt="2025-09-25T23:02:28.330" v="2" actId="478"/>
          <ac:spMkLst>
            <pc:docMk/>
            <pc:sldMk cId="2249757808" sldId="256"/>
            <ac:spMk id="3" creationId="{CA2D394B-F499-A344-DE83-31A47D4C8D6D}"/>
          </ac:spMkLst>
        </pc:spChg>
        <pc:picChg chg="add mod">
          <ac:chgData name="Ogonna P Eli" userId="2c4afd46-0d0e-41b8-b266-263d655a41f2" providerId="ADAL" clId="{97697E59-7C4C-411A-917B-4070F3504609}" dt="2025-09-25T23:02:40.266" v="5" actId="1076"/>
          <ac:picMkLst>
            <pc:docMk/>
            <pc:sldMk cId="2249757808" sldId="256"/>
            <ac:picMk id="4" creationId="{8D5A0029-098F-E694-4BFA-E93EBF7A00C0}"/>
          </ac:picMkLst>
        </pc:picChg>
        <pc:picChg chg="add del mod">
          <ac:chgData name="Ogonna P Eli" userId="2c4afd46-0d0e-41b8-b266-263d655a41f2" providerId="ADAL" clId="{97697E59-7C4C-411A-917B-4070F3504609}" dt="2025-09-25T23:03:00.633" v="9" actId="478"/>
          <ac:picMkLst>
            <pc:docMk/>
            <pc:sldMk cId="2249757808" sldId="256"/>
            <ac:picMk id="5" creationId="{BFCE4259-5A67-E2F3-A6E1-13227F4138AF}"/>
          </ac:picMkLst>
        </pc:picChg>
        <pc:picChg chg="add mod">
          <ac:chgData name="Ogonna P Eli" userId="2c4afd46-0d0e-41b8-b266-263d655a41f2" providerId="ADAL" clId="{97697E59-7C4C-411A-917B-4070F3504609}" dt="2025-09-25T23:03:45.457" v="12" actId="1076"/>
          <ac:picMkLst>
            <pc:docMk/>
            <pc:sldMk cId="2249757808" sldId="256"/>
            <ac:picMk id="6" creationId="{BEF5C879-E6EC-C2CA-2D9C-3C3FC604D7D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568C4-1FF0-E889-33B5-4CF5863E8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290ED-D245-0BF5-D40F-49034BDE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6907D-C3D0-77A0-A54D-5C6D3792F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AB00D-C327-5A93-C99A-83BFEF33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718B8-9D88-9ED4-DB6A-2B2B7027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8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8136-9CBE-CEDC-2149-F072005E6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5DD66-F1B6-1334-A62A-040B07458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0C122-3332-9E8C-F2C4-358E674D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506D1-45E3-C18D-433D-014EF880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88AF4-8417-1FF1-4F23-D2310164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9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8C67-BF19-2490-C17D-67C07DE7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FB64C-17B4-CDA5-3F77-3864F519D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8AF5C-9AAD-7EF1-45FD-ABC4C5DBE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26FD6-D3F0-542E-D4AD-70AACE424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F215A-6145-3DB1-12BD-F9CC1BB2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10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9925-8B9B-9320-ED7F-BE9FE58A6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FC9BF-29AD-D24F-2847-921F7D7A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AFC2A-3576-1D0B-EC17-8CB4F6198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30813-0772-B0D7-150C-12B7842D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A7F75-534C-9A9A-D425-8B1BD51B1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C5D3C-6E6D-E9FE-4439-7AB50A8FD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3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9032-0BDC-92BF-379A-54E597020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249AB-917D-F1A1-36BB-CB54190F1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91DC8-C880-4ED3-E2B7-62C5FA972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25A193-9AE4-4766-17D5-D4BBBB55C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8A762-F229-F230-33BA-DDBEA7B8B3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AEA9B-A3C5-695B-A8CD-A98A9F74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FDABFC-9612-74C6-CDF4-3F22714A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291F8-C33C-1807-EF02-845A3418B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8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5E063-3F72-E39A-C29E-3FDCE302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CAAF3-50B4-32FF-9957-AD215424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43668-515A-2DE1-7743-C950A89C9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CBEF0-FB09-CDA1-0CDB-675D44FA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3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CAF23E-6D5B-45FD-2A2B-178A6884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F42293-CA22-74C5-FF46-C10B436AF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710B7-60CC-9C3E-8E78-174F5BF3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1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4026-A3B6-18FE-1D18-FD211D51F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8C12C-F8B7-CFCF-8F83-F42E56BC1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76302-5E92-343F-EF27-B05BB56CF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F206-81A8-2C9C-A3BF-A3CBA1E6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0AB8A-003D-9867-9FE2-E8A50C2B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4E944-484F-F925-770C-343CDB0A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41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60AA-2338-CD82-7E60-D1A65C01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CB984-5B38-F940-1C11-B7BD9AA32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389CC-1FFA-BAA1-A4E8-1A16D0225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1686A-7CA0-B65D-9202-6822073F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85DB5-C1A1-B172-2072-A079C89A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44EDC-7F76-C05B-031E-C96A11FC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1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FFD5-7CEB-E66E-7854-C5191886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D2754-2857-5116-BC16-3F1173F72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96081-10A1-F7AE-DF8A-F6BD930B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16C0B-E718-14F8-B56F-1E233AC2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806BE-4E7E-B2F2-2C36-EF2F819B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836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2E7868-6C61-0141-0E32-C2D885807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15406-3A54-C39B-9F65-1E713D537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B1A83-911A-ACAA-5A1D-055DCC493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D0FDE-C177-5D82-927F-5A153EC2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F5DB0-7813-5973-A50C-424CAABC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86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0FFE0-D505-916C-5A98-663FE6DD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BE4C3-E288-D621-5893-CF9EA6B90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E1204-88B4-E56E-B8B8-7B67EE42C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8D76D-C400-4F51-A493-E20B3C61C88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67492-B75B-05A0-D450-325E484E2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E7E9E-AC95-BCB8-D685-4145CBDAF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E0434-A54D-4336-9B64-525FC31A2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8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5A0029-098F-E694-4BFA-E93EBF7A0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33426"/>
            <a:ext cx="5740718" cy="33204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5C879-E6EC-C2CA-2D9C-3C3FC604D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" y="733425"/>
            <a:ext cx="5740718" cy="332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57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7d49e9f-89e1-4aa0-99a3-d35b57b2ba03}" enabled="0" method="" siteId="{27d49e9f-89e1-4aa0-99a3-d35b57b2ba0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Northern Arizona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Ogonna P Eli</dc:creator>
  <cp:lastModifiedBy>Ogonna P Eli</cp:lastModifiedBy>
  <cp:revision>1</cp:revision>
  <dcterms:created xsi:type="dcterms:W3CDTF">2025-09-25T23:02:19Z</dcterms:created>
  <dcterms:modified xsi:type="dcterms:W3CDTF">2025-09-25T23:03:53Z</dcterms:modified>
</cp:coreProperties>
</file>
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188368-6521-45BA-98D4-A7C8A336BE10}" v="12" dt="2025-10-23T23:32:43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gonna P Eli" userId="2c4afd46-0d0e-41b8-b266-263d655a41f2" providerId="ADAL" clId="{F9188368-6521-45BA-98D4-A7C8A336BE10}"/>
    <pc:docChg chg="custSel addSld modSld">
      <pc:chgData name="Ogonna P Eli" userId="2c4afd46-0d0e-41b8-b266-263d655a41f2" providerId="ADAL" clId="{F9188368-6521-45BA-98D4-A7C8A336BE10}" dt="2025-10-23T23:32:58.082" v="122" actId="554"/>
      <pc:docMkLst>
        <pc:docMk/>
      </pc:docMkLst>
      <pc:sldChg chg="addSp delSp modSp new mod">
        <pc:chgData name="Ogonna P Eli" userId="2c4afd46-0d0e-41b8-b266-263d655a41f2" providerId="ADAL" clId="{F9188368-6521-45BA-98D4-A7C8A336BE10}" dt="2025-10-23T23:32:58.082" v="122" actId="554"/>
        <pc:sldMkLst>
          <pc:docMk/>
          <pc:sldMk cId="128123662" sldId="256"/>
        </pc:sldMkLst>
        <pc:spChg chg="add mod">
          <ac:chgData name="Ogonna P Eli" userId="2c4afd46-0d0e-41b8-b266-263d655a41f2" providerId="ADAL" clId="{F9188368-6521-45BA-98D4-A7C8A336BE10}" dt="2025-10-09T19:38:08.622" v="91" actId="1076"/>
          <ac:spMkLst>
            <pc:docMk/>
            <pc:sldMk cId="128123662" sldId="256"/>
            <ac:spMk id="8" creationId="{37798AC5-4786-5BBD-B29F-61F733366D81}"/>
          </ac:spMkLst>
        </pc:spChg>
        <pc:spChg chg="add mod">
          <ac:chgData name="Ogonna P Eli" userId="2c4afd46-0d0e-41b8-b266-263d655a41f2" providerId="ADAL" clId="{F9188368-6521-45BA-98D4-A7C8A336BE10}" dt="2025-10-01T17:22:47.938" v="84" actId="1035"/>
          <ac:spMkLst>
            <pc:docMk/>
            <pc:sldMk cId="128123662" sldId="256"/>
            <ac:spMk id="9" creationId="{331CBDFA-8BA5-742F-1F75-0B9E45CE6B7B}"/>
          </ac:spMkLst>
        </pc:spChg>
        <pc:picChg chg="add del mod">
          <ac:chgData name="Ogonna P Eli" userId="2c4afd46-0d0e-41b8-b266-263d655a41f2" providerId="ADAL" clId="{F9188368-6521-45BA-98D4-A7C8A336BE10}" dt="2025-10-23T23:03:19.390" v="99" actId="478"/>
          <ac:picMkLst>
            <pc:docMk/>
            <pc:sldMk cId="128123662" sldId="256"/>
            <ac:picMk id="3" creationId="{1A220799-281E-59DB-63CA-CB960F0EED4B}"/>
          </ac:picMkLst>
        </pc:picChg>
        <pc:picChg chg="add del mod">
          <ac:chgData name="Ogonna P Eli" userId="2c4afd46-0d0e-41b8-b266-263d655a41f2" providerId="ADAL" clId="{F9188368-6521-45BA-98D4-A7C8A336BE10}" dt="2025-10-23T23:32:32.316" v="114" actId="478"/>
          <ac:picMkLst>
            <pc:docMk/>
            <pc:sldMk cId="128123662" sldId="256"/>
            <ac:picMk id="4" creationId="{998911B6-3877-91C2-2048-7211C6D8FCDC}"/>
          </ac:picMkLst>
        </pc:picChg>
        <pc:picChg chg="add del mod">
          <ac:chgData name="Ogonna P Eli" userId="2c4afd46-0d0e-41b8-b266-263d655a41f2" providerId="ADAL" clId="{F9188368-6521-45BA-98D4-A7C8A336BE10}" dt="2025-10-23T23:03:54.925" v="107" actId="478"/>
          <ac:picMkLst>
            <pc:docMk/>
            <pc:sldMk cId="128123662" sldId="256"/>
            <ac:picMk id="5" creationId="{1B2F3F07-7935-30CC-F218-1B6F64D8BA59}"/>
          </ac:picMkLst>
        </pc:picChg>
        <pc:picChg chg="add del mod">
          <ac:chgData name="Ogonna P Eli" userId="2c4afd46-0d0e-41b8-b266-263d655a41f2" providerId="ADAL" clId="{F9188368-6521-45BA-98D4-A7C8A336BE10}" dt="2025-10-23T23:32:37.972" v="116" actId="478"/>
          <ac:picMkLst>
            <pc:docMk/>
            <pc:sldMk cId="128123662" sldId="256"/>
            <ac:picMk id="7" creationId="{C7299903-926A-7BFA-AAB9-B2D02E843A21}"/>
          </ac:picMkLst>
        </pc:picChg>
        <pc:picChg chg="add mod">
          <ac:chgData name="Ogonna P Eli" userId="2c4afd46-0d0e-41b8-b266-263d655a41f2" providerId="ADAL" clId="{F9188368-6521-45BA-98D4-A7C8A336BE10}" dt="2025-10-23T23:32:58.082" v="122" actId="554"/>
          <ac:picMkLst>
            <pc:docMk/>
            <pc:sldMk cId="128123662" sldId="256"/>
            <ac:picMk id="11" creationId="{1D9E8A30-F154-BB8F-AE6C-7E566EF08B1C}"/>
          </ac:picMkLst>
        </pc:picChg>
        <pc:picChg chg="add mod">
          <ac:chgData name="Ogonna P Eli" userId="2c4afd46-0d0e-41b8-b266-263d655a41f2" providerId="ADAL" clId="{F9188368-6521-45BA-98D4-A7C8A336BE10}" dt="2025-10-23T23:32:58.082" v="122" actId="554"/>
          <ac:picMkLst>
            <pc:docMk/>
            <pc:sldMk cId="128123662" sldId="256"/>
            <ac:picMk id="13" creationId="{8BC46A1A-9EAE-748D-2492-F91EB9DB4B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4236-9612-E6A1-CC4A-3E694BFEB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139C9-71E3-E83B-F9D2-82564648E5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3A332-B51C-BD2D-3216-54D1285E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8C692-A146-BE35-CB7C-89986A72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C352D-4E4E-71DA-8664-6D9AE3E0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A4C9-6F70-AA9F-EF16-816D69B7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83F7-F874-354A-31D8-5F0D10600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ACF39-0197-1204-6E0B-F574AC7D3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2A99-B765-461D-99B8-642E620C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69AE5-A2DF-51BF-BB0C-EB6CD9934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13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38632-CF77-B41A-6195-C989D345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E88B-6A05-6ABF-5F22-0790B0E99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11218-7A30-ECCA-3182-5EDCA5F1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08F69-ECCA-3C13-D879-6F52758E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8F73B-DEA2-2C9D-DACC-971B575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74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D907-B8E7-7B27-3D3C-F02DA7BC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B5A99-8833-A715-1D53-C84FF7A09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E4594-017D-755F-3C69-4E99CE84D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1C8D2-2BC3-CE13-0354-59446BAF9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A81B5-FE6C-02F4-B0F9-933D77B4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C8CA9-7697-4A55-9BF1-6CABC5BA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8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6FA9-DCC3-BB1A-B4FB-2741C53B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D5D48-AE2D-EDD5-11BD-2F47253B0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EB92E-135A-5821-3248-69DCB2F0F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F5C95-77FD-7F67-5987-C63BDDBBC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BFBB08-26D7-40FB-B2DE-C5D3194FB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BBBEC-1D34-FBA5-4B3B-8F57A7B7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B1667-F286-90FE-46E7-278D0013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B19FC-FE39-7128-BB03-D9F5A517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9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0D0E9-DD78-2EB6-B565-9EA33D04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C7625-FE87-46C3-3562-22C689BA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B238D-6211-FF91-720B-037EB09BB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1553B-DA21-4341-D2A4-2BE9C2D2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63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EDFCE-B944-521E-1E9C-5D883FB1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BE8B9-4299-25F7-1814-031D858E9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0D5A8-3AE1-4BC3-971E-B89B72B5F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0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8658-0A06-C7FD-18AF-2B58E78B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3E84C-D7D6-8A72-2543-B16B19FAC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E3698-540E-DAD3-FB02-D1014E024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FB02F-12D4-1FB6-834D-29E4C936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E7000-40E1-ECDF-703B-37620DD8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25B69-91D9-BC59-1937-C0297462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8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6B52D-0780-609D-8048-FB9E74D74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00816-2E69-D73C-1579-4D89F1E764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76981-D30A-C27A-2BC5-F3ED9CAB5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D4D5D-184D-D473-0C12-C102E611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036A1-2E02-A1E3-971C-8658505E1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EC47C-0EB3-2C30-E71E-17298B6D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0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631B-62D9-1DBB-9C9F-EA52F5DD2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32EBA-D055-6A85-DB3C-ED7DDD3D0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B5DE4-BEE6-2184-027B-BE811458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0EADB-26DA-A245-35D7-790F44EA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47F1-CE3F-5980-19B5-F0FAE96B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45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8B038-F791-6BB0-8C98-C8161AACB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A9546-0F57-3D27-5B31-5B712B1B8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8F025-F745-5855-0E18-0D97862CC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AE794-CEE6-947A-AF08-D13BE990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F5CDD-B8DC-C139-CCE9-64A16FC9B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9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A42E1-8523-8556-B0A7-3B8CD9F6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3905C-5FAA-8140-4FAB-8FF45A02B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F2CFC-821F-D7DF-3BB7-5D3E5748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F99BEC-58E1-4006-A993-CB3F41961445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E8A8C-2C26-5E37-91C3-9C7B2DFE7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016D6-9BBF-FD4E-0FB0-B26785FE6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5A703-D0E8-4FB6-9F5B-D8804300B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7798AC5-4786-5BBD-B29F-61F733366D81}"/>
              </a:ext>
            </a:extLst>
          </p:cNvPr>
          <p:cNvSpPr txBox="1"/>
          <p:nvPr/>
        </p:nvSpPr>
        <p:spPr>
          <a:xfrm>
            <a:off x="192043" y="401291"/>
            <a:ext cx="24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CBDFA-8BA5-742F-1F75-0B9E45CE6B7B}"/>
              </a:ext>
            </a:extLst>
          </p:cNvPr>
          <p:cNvSpPr txBox="1"/>
          <p:nvPr/>
        </p:nvSpPr>
        <p:spPr>
          <a:xfrm>
            <a:off x="4906330" y="401291"/>
            <a:ext cx="332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11" name="Picture 10" descr="A table of numbers and a number&#10;&#10;AI-generated content may be incorrect.">
            <a:extLst>
              <a:ext uri="{FF2B5EF4-FFF2-40B4-BE49-F238E27FC236}">
                <a16:creationId xmlns:a16="http://schemas.microsoft.com/office/drawing/2014/main" id="{1D9E8A30-F154-BB8F-AE6C-7E566EF08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04" y="401291"/>
            <a:ext cx="4303995" cy="4484043"/>
          </a:xfrm>
          <a:prstGeom prst="rect">
            <a:avLst/>
          </a:prstGeom>
        </p:spPr>
      </p:pic>
      <p:pic>
        <p:nvPicPr>
          <p:cNvPr id="13" name="Picture 12" descr="A table of numbers and text&#10;&#10;AI-generated content may be incorrect.">
            <a:extLst>
              <a:ext uri="{FF2B5EF4-FFF2-40B4-BE49-F238E27FC236}">
                <a16:creationId xmlns:a16="http://schemas.microsoft.com/office/drawing/2014/main" id="{8BC46A1A-9EAE-748D-2492-F91EB9DB4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676" y="401291"/>
            <a:ext cx="4089653" cy="449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3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7d49e9f-89e1-4aa0-99a3-d35b57b2ba03}" enabled="0" method="" siteId="{27d49e9f-89e1-4aa0-99a3-d35b57b2ba0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Northern Arizona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Ogonna P Eli</dc:creator>
  <cp:lastModifiedBy>Ogonna P Eli</cp:lastModifiedBy>
  <cp:revision>1</cp:revision>
  <dcterms:created xsi:type="dcterms:W3CDTF">2025-09-30T23:48:01Z</dcterms:created>
  <dcterms:modified xsi:type="dcterms:W3CDTF">2025-10-23T23:33:00Z</dcterms:modified>
</cp:coreProperties>
</file>
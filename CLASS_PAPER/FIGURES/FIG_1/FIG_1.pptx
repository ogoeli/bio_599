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2A1CE4-5FD2-49BE-9A0E-ACB88F72A405}" v="8" dt="2025-10-27T20:09:00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onna P Eli" userId="2c4afd46-0d0e-41b8-b266-263d655a41f2" providerId="ADAL" clId="{CD66CB61-0D1C-4B81-9D48-D97DF7B1F937}"/>
    <pc:docChg chg="undo custSel modSld">
      <pc:chgData name="Ogonna P Eli" userId="2c4afd46-0d0e-41b8-b266-263d655a41f2" providerId="ADAL" clId="{CD66CB61-0D1C-4B81-9D48-D97DF7B1F937}" dt="2025-10-27T20:09:13.665" v="64" actId="1076"/>
      <pc:docMkLst>
        <pc:docMk/>
      </pc:docMkLst>
      <pc:sldChg chg="addSp delSp modSp mod">
        <pc:chgData name="Ogonna P Eli" userId="2c4afd46-0d0e-41b8-b266-263d655a41f2" providerId="ADAL" clId="{CD66CB61-0D1C-4B81-9D48-D97DF7B1F937}" dt="2025-10-27T20:09:13.665" v="64" actId="1076"/>
        <pc:sldMkLst>
          <pc:docMk/>
          <pc:sldMk cId="3162803564" sldId="256"/>
        </pc:sldMkLst>
        <pc:spChg chg="add del mod">
          <ac:chgData name="Ogonna P Eli" userId="2c4afd46-0d0e-41b8-b266-263d655a41f2" providerId="ADAL" clId="{CD66CB61-0D1C-4B81-9D48-D97DF7B1F937}" dt="2025-10-27T20:08:54.994" v="59" actId="478"/>
          <ac:spMkLst>
            <pc:docMk/>
            <pc:sldMk cId="3162803564" sldId="256"/>
            <ac:spMk id="7" creationId="{9C1E45DB-1E0E-A614-C120-66633BC82B1E}"/>
          </ac:spMkLst>
        </pc:spChg>
        <pc:spChg chg="add del mod">
          <ac:chgData name="Ogonna P Eli" userId="2c4afd46-0d0e-41b8-b266-263d655a41f2" providerId="ADAL" clId="{CD66CB61-0D1C-4B81-9D48-D97DF7B1F937}" dt="2025-10-27T20:08:54.994" v="59" actId="478"/>
          <ac:spMkLst>
            <pc:docMk/>
            <pc:sldMk cId="3162803564" sldId="256"/>
            <ac:spMk id="16" creationId="{FA9BAA6B-C431-3232-15E7-6F0CD7E04CA4}"/>
          </ac:spMkLst>
        </pc:spChg>
        <pc:spChg chg="add del mod">
          <ac:chgData name="Ogonna P Eli" userId="2c4afd46-0d0e-41b8-b266-263d655a41f2" providerId="ADAL" clId="{CD66CB61-0D1C-4B81-9D48-D97DF7B1F937}" dt="2025-10-27T20:08:54.994" v="59" actId="478"/>
          <ac:spMkLst>
            <pc:docMk/>
            <pc:sldMk cId="3162803564" sldId="256"/>
            <ac:spMk id="17" creationId="{AB0AF4CC-84AF-1126-0E9B-E04F09D4AECA}"/>
          </ac:spMkLst>
        </pc:spChg>
        <pc:picChg chg="add mod">
          <ac:chgData name="Ogonna P Eli" userId="2c4afd46-0d0e-41b8-b266-263d655a41f2" providerId="ADAL" clId="{CD66CB61-0D1C-4B81-9D48-D97DF7B1F937}" dt="2025-10-27T19:49:48.195" v="11" actId="1076"/>
          <ac:picMkLst>
            <pc:docMk/>
            <pc:sldMk cId="3162803564" sldId="256"/>
            <ac:picMk id="2" creationId="{54EB9A0A-D93D-4EA0-CC55-CFA2D151CF9D}"/>
          </ac:picMkLst>
        </pc:picChg>
        <pc:picChg chg="add del">
          <ac:chgData name="Ogonna P Eli" userId="2c4afd46-0d0e-41b8-b266-263d655a41f2" providerId="ADAL" clId="{CD66CB61-0D1C-4B81-9D48-D97DF7B1F937}" dt="2025-10-27T19:50:04.961" v="15" actId="478"/>
          <ac:picMkLst>
            <pc:docMk/>
            <pc:sldMk cId="3162803564" sldId="256"/>
            <ac:picMk id="3" creationId="{0AF1D811-5FDF-0067-54AC-5FE8F4C53B60}"/>
          </ac:picMkLst>
        </pc:picChg>
        <pc:picChg chg="add del mod">
          <ac:chgData name="Ogonna P Eli" userId="2c4afd46-0d0e-41b8-b266-263d655a41f2" providerId="ADAL" clId="{CD66CB61-0D1C-4B81-9D48-D97DF7B1F937}" dt="2025-10-27T19:51:40.132" v="23" actId="478"/>
          <ac:picMkLst>
            <pc:docMk/>
            <pc:sldMk cId="3162803564" sldId="256"/>
            <ac:picMk id="4" creationId="{A9289BB7-6D8E-3523-3BE8-B5C6CB8D9E7D}"/>
          </ac:picMkLst>
        </pc:picChg>
        <pc:picChg chg="add del mod">
          <ac:chgData name="Ogonna P Eli" userId="2c4afd46-0d0e-41b8-b266-263d655a41f2" providerId="ADAL" clId="{CD66CB61-0D1C-4B81-9D48-D97DF7B1F937}" dt="2025-10-27T20:08:54.994" v="59" actId="478"/>
          <ac:picMkLst>
            <pc:docMk/>
            <pc:sldMk cId="3162803564" sldId="256"/>
            <ac:picMk id="5" creationId="{B8083538-2242-602C-91A3-ACA1304D510B}"/>
          </ac:picMkLst>
        </pc:picChg>
        <pc:picChg chg="add del mod">
          <ac:chgData name="Ogonna P Eli" userId="2c4afd46-0d0e-41b8-b266-263d655a41f2" providerId="ADAL" clId="{CD66CB61-0D1C-4B81-9D48-D97DF7B1F937}" dt="2025-10-27T20:08:57.706" v="60" actId="478"/>
          <ac:picMkLst>
            <pc:docMk/>
            <pc:sldMk cId="3162803564" sldId="256"/>
            <ac:picMk id="6" creationId="{150C3445-F9C8-84AB-22D1-757EA350F427}"/>
          </ac:picMkLst>
        </pc:picChg>
        <pc:picChg chg="add mod">
          <ac:chgData name="Ogonna P Eli" userId="2c4afd46-0d0e-41b8-b266-263d655a41f2" providerId="ADAL" clId="{CD66CB61-0D1C-4B81-9D48-D97DF7B1F937}" dt="2025-10-27T20:09:13.665" v="64" actId="1076"/>
          <ac:picMkLst>
            <pc:docMk/>
            <pc:sldMk cId="3162803564" sldId="256"/>
            <ac:picMk id="8" creationId="{E85BFAC6-5FC7-C170-63B6-D5B7552B170C}"/>
          </ac:picMkLst>
        </pc:picChg>
        <pc:picChg chg="add del">
          <ac:chgData name="Ogonna P Eli" userId="2c4afd46-0d0e-41b8-b266-263d655a41f2" providerId="ADAL" clId="{CD66CB61-0D1C-4B81-9D48-D97DF7B1F937}" dt="2025-10-27T19:49:54.876" v="13" actId="478"/>
          <ac:picMkLst>
            <pc:docMk/>
            <pc:sldMk cId="3162803564" sldId="256"/>
            <ac:picMk id="9" creationId="{A0531FEF-D689-9C1F-F002-5B6CA005473F}"/>
          </ac:picMkLst>
        </pc:picChg>
        <pc:picChg chg="add del mod">
          <ac:chgData name="Ogonna P Eli" userId="2c4afd46-0d0e-41b8-b266-263d655a41f2" providerId="ADAL" clId="{CD66CB61-0D1C-4B81-9D48-D97DF7B1F937}" dt="2025-10-27T20:08:54.994" v="59" actId="478"/>
          <ac:picMkLst>
            <pc:docMk/>
            <pc:sldMk cId="3162803564" sldId="256"/>
            <ac:picMk id="15" creationId="{3B8A2281-8FF7-9E35-3F80-F1ADED7210FF}"/>
          </ac:picMkLst>
        </pc:picChg>
      </pc:sldChg>
    </pc:docChg>
  </pc:docChgLst>
  <pc:docChgLst>
    <pc:chgData name="Ogonna P Eli" userId="2c4afd46-0d0e-41b8-b266-263d655a41f2" providerId="ADAL" clId="{B3C45163-72A3-48D8-8546-E41E7B189C65}"/>
    <pc:docChg chg="undo custSel addSld modSld">
      <pc:chgData name="Ogonna P Eli" userId="2c4afd46-0d0e-41b8-b266-263d655a41f2" providerId="ADAL" clId="{B3C45163-72A3-48D8-8546-E41E7B189C65}" dt="2025-10-09T18:57:43.544" v="60" actId="1076"/>
      <pc:docMkLst>
        <pc:docMk/>
      </pc:docMkLst>
      <pc:sldChg chg="addSp delSp modSp new mod">
        <pc:chgData name="Ogonna P Eli" userId="2c4afd46-0d0e-41b8-b266-263d655a41f2" providerId="ADAL" clId="{B3C45163-72A3-48D8-8546-E41E7B189C65}" dt="2025-10-09T18:57:43.544" v="60" actId="1076"/>
        <pc:sldMkLst>
          <pc:docMk/>
          <pc:sldMk cId="3162803564" sldId="256"/>
        </pc:sldMkLst>
        <pc:spChg chg="add mod">
          <ac:chgData name="Ogonna P Eli" userId="2c4afd46-0d0e-41b8-b266-263d655a41f2" providerId="ADAL" clId="{B3C45163-72A3-48D8-8546-E41E7B189C65}" dt="2025-10-09T18:57:43.544" v="60" actId="1076"/>
          <ac:spMkLst>
            <pc:docMk/>
            <pc:sldMk cId="3162803564" sldId="256"/>
            <ac:spMk id="16" creationId="{FA9BAA6B-C431-3232-15E7-6F0CD7E04CA4}"/>
          </ac:spMkLst>
        </pc:spChg>
        <pc:spChg chg="add mod">
          <ac:chgData name="Ogonna P Eli" userId="2c4afd46-0d0e-41b8-b266-263d655a41f2" providerId="ADAL" clId="{B3C45163-72A3-48D8-8546-E41E7B189C65}" dt="2025-10-09T18:51:46.352" v="58" actId="1076"/>
          <ac:spMkLst>
            <pc:docMk/>
            <pc:sldMk cId="3162803564" sldId="256"/>
            <ac:spMk id="17" creationId="{AB0AF4CC-84AF-1126-0E9B-E04F09D4AECA}"/>
          </ac:spMkLst>
        </pc:spChg>
        <pc:picChg chg="add mod">
          <ac:chgData name="Ogonna P Eli" userId="2c4afd46-0d0e-41b8-b266-263d655a41f2" providerId="ADAL" clId="{B3C45163-72A3-48D8-8546-E41E7B189C65}" dt="2025-10-09T18:50:15.523" v="53" actId="1076"/>
          <ac:picMkLst>
            <pc:docMk/>
            <pc:sldMk cId="3162803564" sldId="256"/>
            <ac:picMk id="15" creationId="{3B8A2281-8FF7-9E35-3F80-F1ADED7210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6FC3-D06D-25C8-2EC3-65D90E496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A2B10-F443-759C-2875-FE50A4C04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86628-6E02-1C95-05FD-B6C3914D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12AF7-1A1C-02EB-28DD-C3B2821B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8B760-1CDC-1A1A-68EB-9A9B5CEA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07C7-C28E-965A-2213-36E16B42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10BE7-862B-893D-5697-D35FFB05D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0D9F8-58BC-9335-53C9-8E29F089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17573-F1F0-95A4-FC55-1B5881EA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89340-9C1D-C9AF-28B0-44880E88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2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24D2-3B6E-29EC-27E8-D211B2A7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28783-4D4E-6725-FD87-84D5F2A79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7D588-FFA9-BBAB-8798-BD6452D17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B334B-357E-58AF-6779-0466306E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3D37E-32B5-6FE0-12ED-7E8AC8AA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5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EAE4-78CE-6025-C015-D997BEBE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5577C-059A-7D61-4DFD-EC725CDD2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59568-6506-481B-3B1E-54DE196CC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BBE30-7711-9EFB-EB3D-FB0D92AF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A7C45-D8E0-41C2-04AB-ACD7E126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7DF54-8A79-8DA0-6FCE-C41E6C6F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3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EAC6-1E73-92A7-AAE5-C2061A0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F3F4E-BCE7-9418-8866-7D24A84C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8E37B-F412-0321-73BB-A6BE5CC33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14EDF-02B1-CC78-C457-172627509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C6633-8C72-8218-8087-0481037B1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277E7A-A918-36FC-C4DE-3CD2ABF1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AF708-FC03-8E24-C14A-1E90F814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23D44-63FE-795B-A591-7E5653B6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8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15B2-F610-3F22-99DF-7AA39EFE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01004-D028-0364-DB07-1F23E238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08E4A-DDD6-1739-0396-1C3B6D7A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575D-EAB0-0B92-F81A-1F33729DA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2407D-8D23-EDD6-99F2-0A6045BA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54367-A50F-2E0F-18FB-44485D03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FDC33-2910-F18F-C45A-98A20941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65A2-58F3-17DC-7A6E-FCFFD27C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9578-1760-C186-7B2B-D7E6530E5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AB45B-DA78-8F5E-B9E5-3C80D5029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99D8D-A252-EF91-7B24-34159C47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1A469-652E-9331-7453-62EA1DF4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75752-6EED-7552-2265-08E26665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7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A3D8-0505-B77F-F28E-89728DF7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DD4C9-C777-AD8F-3954-05E1D408E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8D0FF-AF86-CA1E-BC56-27A477A00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21E55-25E6-84D2-B63E-211C6EEB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704C8-5CC5-1CDC-743B-267D3CF5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30DBC-3E29-AAFF-4ED4-9402B46DF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5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ABFE-350C-097F-C725-FAF3619C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CBF61-2322-C3BC-5EC8-E60D3F310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4B462-0A15-47E2-E325-5CAB0429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D557C-339D-445B-3A82-65FBD26B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CEA5E-89DF-A1F6-DD7E-7A99EF57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0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25C21-A9DC-09FA-0716-6BF64117B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AC296-6BFE-4E4A-FECA-4C5501CA0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D2DA2-E951-D701-FF6E-866661AC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E33D9-2D09-65CA-6553-2D3C7F51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439D6-6D3B-AA57-F977-3B893960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2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A718E-DFDB-A0BE-9E2D-5EB7CFF7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8BDB9-155F-E853-46F2-9AD1FDCF6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5DE00-C5A3-27C5-5AD0-97F42730E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E86E9-00F3-4344-9F37-F0A7A7AC599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307F6-4389-E58A-EBA0-2023CBACF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2D33C-0D5A-994A-E4FF-5E8AF1BFB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00C19-DE82-484D-8978-BC4D036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6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3B8A2281-8FF7-9E35-3F80-F1ADED721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11" cy="36576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9BAA6B-C431-3232-15E7-6F0CD7E04CA4}"/>
              </a:ext>
            </a:extLst>
          </p:cNvPr>
          <p:cNvSpPr txBox="1"/>
          <p:nvPr/>
        </p:nvSpPr>
        <p:spPr>
          <a:xfrm>
            <a:off x="5788922" y="-92302"/>
            <a:ext cx="129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0AF4CC-84AF-1126-0E9B-E04F09D4AECA}"/>
              </a:ext>
            </a:extLst>
          </p:cNvPr>
          <p:cNvSpPr txBox="1"/>
          <p:nvPr/>
        </p:nvSpPr>
        <p:spPr>
          <a:xfrm>
            <a:off x="0" y="-92302"/>
            <a:ext cx="129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83538-2242-602C-91A3-ACA1304D5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143500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1E45DB-1E0E-A614-C120-66633BC82B1E}"/>
              </a:ext>
            </a:extLst>
          </p:cNvPr>
          <p:cNvSpPr txBox="1"/>
          <p:nvPr/>
        </p:nvSpPr>
        <p:spPr>
          <a:xfrm>
            <a:off x="3633488" y="3749910"/>
            <a:ext cx="24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5BFAC6-5FC7-C170-63B6-D5B7552B1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154" y="3657608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0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7d49e9f-89e1-4aa0-99a3-d35b57b2ba03}" enabled="0" method="" siteId="{27d49e9f-89e1-4aa0-99a3-d35b57b2ba0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Northern Arizona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Ogonna P Eli</dc:creator>
  <cp:lastModifiedBy>Ogonna P Eli</cp:lastModifiedBy>
  <cp:revision>1</cp:revision>
  <dcterms:created xsi:type="dcterms:W3CDTF">2025-10-09T17:12:19Z</dcterms:created>
  <dcterms:modified xsi:type="dcterms:W3CDTF">2025-10-27T20:09:24Z</dcterms:modified>
</cp:coreProperties>
</file>